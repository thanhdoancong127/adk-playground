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ADK (Agent Development Kit) là framework mã nguồn mở của Google. Bản trong kho là nhánh Java, snapshot adk-java 1.10.1, cập nhật thủ công.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ADK là framework code-first đa ngôn ngữ; kho chỉ chứa nhánh Java (adk-java). Artifact Maven: com.google.adk:google-adk; cần Java 17+ và Maven 3.9+/Gradle.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Năm khối: Agent (LLM + workflow), Tools, Session/State, Components (callback/event/artifact), Runtime (Runner/RunConfig/Web UI).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bước: Build (local) → Evaluate (adk eval) → Deploy (Cloud Run/GKE/Agent Runtime) + observability. ADK Web chỉ để dev/debug.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Kho gồm 9 nhóm: get-started, agents, tools, sessions, components, runtime, ops, interop, reference. Tra bằng search(target_uri)/grep(uri), không đoán path, lọc snippet bằng 'java'.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tính năng chính: multi-agent, tools phong phú, model-agnostic, session/memory, streaming+multimodal, eval+observability.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Ứng dụng tiêu biểu: CSKH, research đa agent, voice/live, tự động hoá quy trình, agent dữ liệu, RAG tài liệu.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gotcha: version drift (1.6.0/1.9.0/1.10.1), Gemini 3 chỉ với ADK 1.x, ADK 2.0 chưa hỗ trợ Java (vẫn template workflows).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120640" cy="5120640"/>
          </a:xfrm>
          <a:prstGeom prst="ellipse">
            <a:avLst/>
          </a:prstGeom>
          <a:solidFill>
            <a:srgbClr val="02C39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108960"/>
            <a:ext cx="3108960" cy="310896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5029200"/>
            <a:ext cx="2011680" cy="2011680"/>
          </a:xfrm>
          <a:prstGeom prst="ellipse">
            <a:avLst/>
          </a:prstGeom>
          <a:solidFill>
            <a:srgbClr val="02C39A">
              <a:alpha val="14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OPENVIKING KNOWLEDGE  ·  AGENT FRAMEWORKS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508760"/>
            <a:ext cx="8686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spcAft>
                <a:spcPts val="600"/>
              </a:spcAft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ADK</a:t>
            </a:r>
            <a:endParaRPr lang="en-US" sz="6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Development Kit — cho Java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framework &amp; kho tài liệu tham chiếu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6080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adk.dev  ·  github.com/google/adk-java  ·  snapshot adk-java 1.10.1  ·  2026-09-30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ADK là gì?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mã nguồn mở của Google để xây dựng, đánh giá và triển khai AI agent — theo hướng code-first.</a:t>
            </a:r>
            <a:endParaRPr lang="en-US" sz="1500" dirty="0"/>
          </a:p>
          <a:p>
            <a:pPr algn="l"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nhiều ngôn ngữ: Python, TypeScript, Go, Java, Kotlin. Kho tham chiếu này chỉ gồm nhánh Java.</a:t>
            </a:r>
            <a:endParaRPr lang="en-US" sz="1500" dirty="0"/>
          </a:p>
          <a:p>
            <a:pPr algn="l"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agent được ghép từ các khối rời: model, tools, session/state và runner — mở rộng được bằng callback.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 SDK đóng: bạn viết code, ADK lo phần chạy agent, phiên làm việc và triển khai.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949440" y="1371600"/>
            <a:ext cx="4690872" cy="4114800"/>
          </a:xfrm>
          <a:prstGeom prst="roundRect">
            <a:avLst>
              <a:gd name="adj" fmla="val 2000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26948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Thông tin nhanh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2423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TS · Go · Java · Kotlin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29352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trong kho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32095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adk-java 1.10.1 (chỉ Java)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3721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3995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com.google.adk:google-adk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4507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4782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17+  ·  Maven 3.9+ / Gradle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lại: ADK = bộ công cụ build · evaluate · deploy agent, code-first, đa ngôn ngữ.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khối cấu trúc chính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44475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444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2344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 &amp; workflow agents (Sequential · Parallel · Loop).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85416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39572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18541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185416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tools, OpenAPI, MCP, authentication, confirmation.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136392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34670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1363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&amp; State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136392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State (ngắn hạn) và Memory (dài hạn).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0873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29768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0873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4087368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Callbacks, Events, Artifacts, Apps, Plugins.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038344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524865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" y="5248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03834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5038344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Runner, RunConfig, event loop, Web UI (chỉ dev/debug).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Vòng đời: Build → Evaluate → Deploy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364992" cy="2331720"/>
          </a:xfrm>
          <a:prstGeom prst="roundRect">
            <a:avLst>
              <a:gd name="adj" fmla="val 352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Định nghĩa agent, tools, session.</a:t>
            </a:r>
            <a:endParaRPr lang="en-US" sz="1250" dirty="0"/>
          </a:p>
          <a:p>
            <a:pPr algn="l"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Chạy thử local với Runner.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77640" y="24003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7764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16552" y="1417320"/>
            <a:ext cx="3364992" cy="2331720"/>
          </a:xfrm>
          <a:prstGeom prst="roundRect">
            <a:avLst>
              <a:gd name="adj" fmla="val 352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0872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9087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22860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90872" y="278892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adk eval với test case.</a:t>
            </a:r>
            <a:endParaRPr lang="en-US" sz="1250" dirty="0"/>
          </a:p>
          <a:p>
            <a:pPr algn="l"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Đo chất lượng trước khi ship.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45552" y="24003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45552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84464" y="1417320"/>
            <a:ext cx="3364992" cy="2331720"/>
          </a:xfrm>
          <a:prstGeom prst="roundRect">
            <a:avLst>
              <a:gd name="adj" fmla="val 352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58784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5878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58784" y="22860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558784" y="278892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Run · GKE · Agent Runtime.</a:t>
            </a:r>
            <a:endParaRPr lang="en-US" sz="1250" dirty="0"/>
          </a:p>
          <a:p>
            <a:pPr algn="l"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Kèm observability (logs/traces).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DF3E0"/>
          </a:solidFill>
          <a:ln w="12700">
            <a:solidFill>
              <a:srgbClr val="F2E2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2793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 khi vận hành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62686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ADK Web (AdkWebServer) chỉ dùng cho dev/debug — KHÔNG dùng production.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Đích deploy gồm Cloud Run, GKE và Agent Runtime; bật observability ngay từ đầu.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Kho tham chiếu có gì &amp; tra thế nào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nhóm tài liệu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get-started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60320" y="169164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691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69164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691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414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0320" y="2441448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24414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0" y="2441448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4414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191256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1912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560320" y="3191256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60320" y="31912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interop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0" y="3191256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1912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3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20840" y="1234440"/>
            <a:ext cx="4919472" cy="4114800"/>
          </a:xfrm>
          <a:prstGeom prst="roundRect">
            <a:avLst>
              <a:gd name="adj" fmla="val 2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tra cứu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196596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với target_uri = …/google-adk</a:t>
            </a:r>
            <a:endParaRPr lang="en-US" sz="1300" dirty="0"/>
          </a:p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grep với uri để tìm chuỗi chính xác</a:t>
            </a:r>
            <a:endParaRPr lang="en-US" sz="1300" dirty="0"/>
          </a:p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KHÔNG đoán đường dẫn — tên file do parser sinh</a:t>
            </a:r>
            <a:endParaRPr lang="en-US" sz="1300" dirty="0"/>
          </a:p>
          <a:p>
            <a:pPr algn="l"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Mỗi trang nhiều ngôn ngữ → lọc snippet bằng 'java'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"FunctionTool java" trong target_uri …/google-adk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adk.dev · google/adk-java · snapshot adk-java 1.10.1 · cập nhật thủ công (watch off).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Tính năng chính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14954" cy="1965960"/>
          </a:xfrm>
          <a:prstGeom prst="roundRect">
            <a:avLst>
              <a:gd name="adj" fmla="val 4186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49047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490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075688"/>
            <a:ext cx="3002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60320"/>
            <a:ext cx="3002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agents (Sequential · Parallel · Loop) + LLM tự định tuyến sub-agent.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7914" y="1234440"/>
            <a:ext cx="3514954" cy="1965960"/>
          </a:xfrm>
          <a:prstGeom prst="roundRect">
            <a:avLst>
              <a:gd name="adj" fmla="val 4186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3946" y="149047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3946" y="1490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93946" y="2075688"/>
            <a:ext cx="3002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phong phú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93946" y="2560320"/>
            <a:ext cx="3002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· OpenAPI · MCP · tool built-in (Google Search, code exec).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7187" y="1234440"/>
            <a:ext cx="3514954" cy="1965960"/>
          </a:xfrm>
          <a:prstGeom prst="roundRect">
            <a:avLst>
              <a:gd name="adj" fmla="val 4186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3219" y="149047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83219" y="1490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83219" y="2075688"/>
            <a:ext cx="3002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Model-agnostic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83219" y="2560320"/>
            <a:ext cx="3002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(Vertex AI), Ollama chạy local, và provider khác.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3514954" cy="1965960"/>
          </a:xfrm>
          <a:prstGeom prst="roundRect">
            <a:avLst>
              <a:gd name="adj" fmla="val 4186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368503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4270248"/>
            <a:ext cx="3002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&amp; Memory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754880"/>
            <a:ext cx="3002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events, artifacts; bộ nhớ dài hạn; session service cắm được.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37914" y="3429000"/>
            <a:ext cx="3514954" cy="1965960"/>
          </a:xfrm>
          <a:prstGeom prst="roundRect">
            <a:avLst>
              <a:gd name="adj" fmla="val 4186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93946" y="368503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93946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93946" y="4270248"/>
            <a:ext cx="3002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&amp; Multimodal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593946" y="4754880"/>
            <a:ext cx="3002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Live/voice (bidi streaming), đầu vào ảnh/âm thanh.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27187" y="3429000"/>
            <a:ext cx="3514954" cy="1965960"/>
          </a:xfrm>
          <a:prstGeom prst="roundRect">
            <a:avLst>
              <a:gd name="adj" fmla="val 4186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83219" y="368503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83219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383219" y="4270248"/>
            <a:ext cx="3002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 &amp; Observability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383219" y="4754880"/>
            <a:ext cx="3002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eval + test case; logs/traces/metrics; Dev UI để debug.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ngôn ngữ (Python · TS · Go · Java · Kotlin) và hỗ trợ A2A để phối hợp agent từ xa.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Ứng dụng thực tế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14954" cy="1417320"/>
          </a:xfrm>
          <a:prstGeom prst="roundRect">
            <a:avLst>
              <a:gd name="adj" fmla="val 5806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5819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2417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Trợ lý khách hàng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67128"/>
            <a:ext cx="3002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CSKH, FAQ, xử lý ticket tự động.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7914" y="1325880"/>
            <a:ext cx="3514954" cy="1417320"/>
          </a:xfrm>
          <a:prstGeom prst="roundRect">
            <a:avLst>
              <a:gd name="adj" fmla="val 5806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3946" y="15819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3946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06594" y="1600200"/>
            <a:ext cx="2417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research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93946" y="2167128"/>
            <a:ext cx="3002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agent phối hợp nghiên cứu &amp; tổng hợp.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7187" y="1325880"/>
            <a:ext cx="3514954" cy="1417320"/>
          </a:xfrm>
          <a:prstGeom prst="roundRect">
            <a:avLst>
              <a:gd name="adj" fmla="val 5806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3219" y="15819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3219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995867" y="1600200"/>
            <a:ext cx="2417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/ live agent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83219" y="2167128"/>
            <a:ext cx="3002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giọng nói thời gian thực.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3514954" cy="1417320"/>
          </a:xfrm>
          <a:prstGeom prst="roundRect">
            <a:avLst>
              <a:gd name="adj" fmla="val 5806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32278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246120"/>
            <a:ext cx="2417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Tự động hoá workflow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3813048"/>
            <a:ext cx="3002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doanh nghiệp, tích hợp hệ thống.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37914" y="2971800"/>
            <a:ext cx="3514954" cy="1417320"/>
          </a:xfrm>
          <a:prstGeom prst="roundRect">
            <a:avLst>
              <a:gd name="adj" fmla="val 5806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93946" y="32278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93946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206594" y="3246120"/>
            <a:ext cx="2417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dữ liệu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93946" y="3813048"/>
            <a:ext cx="3002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vấn BigQuery/analytics, tạo báo cáo.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27187" y="2971800"/>
            <a:ext cx="3514954" cy="1417320"/>
          </a:xfrm>
          <a:prstGeom prst="roundRect">
            <a:avLst>
              <a:gd name="adj" fmla="val 5806"/>
            </a:avLst>
          </a:prstGeom>
          <a:solidFill>
            <a:srgbClr val="EAF3F5"/>
          </a:solidFill>
          <a:ln w="12700">
            <a:solidFill>
              <a:srgbClr val="D5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83219" y="322783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83219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95867" y="3246120"/>
            <a:ext cx="2417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/ trợ lý tài liệu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83219" y="3813048"/>
            <a:ext cx="3002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&amp; trả lời trên kho tài liệu nội bộ.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4348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44348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mạnh chung: mô tả agent bằng code → dễ versioning, test và tái sử dụng giữa các ứng dụng.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Lưu ý &amp; tra cứu nhanh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điểm dễ sai khi dùng tài liệu ADK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27334F"/>
          </a:solidFill>
          <a:ln w="12700">
            <a:solidFill>
              <a:srgbClr val="273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drift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 adk.dev ghim 1.6.0, README GitHub 1.9.0, kho chụp 1.10.1 — đừng copy mù, đối chiếu version.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691640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27334F"/>
          </a:solidFill>
          <a:ln w="12700">
            <a:solidFill>
              <a:srgbClr val="2733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9432" y="196596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&amp; phiên bản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560320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Java 1.x dùng được Gemini 3 Pro Preview; bản ≤ 0.3.0 thì không. Kho đang là dòng 1.x.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691640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27334F"/>
          </a:solidFill>
          <a:ln w="12700">
            <a:solidFill>
              <a:srgbClr val="2733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75904" y="196596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ADK 2.0 chưa cho Java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75904" y="2560320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mới chỉ Python/Go → Java vẫn dùng template workflows; ADK Web chỉ để dev.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cứu: search / grep theo target_uri = viking://resources/knowledge/agent-frameworks/google-adk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thúc  ·  Google ADK for Java — kho tham chiếu OpenViking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OpenViking knowledge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ADK for Java</dc:title>
  <dc:subject>PptxGenJS Presentation</dc:subject>
  <dc:creator>bos</dc:creator>
  <cp:lastModifiedBy>bos</cp:lastModifiedBy>
  <cp:revision>1</cp:revision>
  <dcterms:created xsi:type="dcterms:W3CDTF">2026-10-01T05:10:25Z</dcterms:created>
  <dcterms:modified xsi:type="dcterms:W3CDTF">2026-10-01T05:10:25Z</dcterms:modified>
</cp:coreProperties>
</file>